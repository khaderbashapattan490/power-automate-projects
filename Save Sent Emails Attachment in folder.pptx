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72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B29017-7CE7-8F38-948D-4E70F5103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2"/>
            <a:ext cx="16256000" cy="90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681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diagram&#10;&#10;AI-generated content may be incorrect.">
            <a:extLst>
              <a:ext uri="{FF2B5EF4-FFF2-40B4-BE49-F238E27FC236}">
                <a16:creationId xmlns:a16="http://schemas.microsoft.com/office/drawing/2014/main" id="{085390D9-6605-0087-056E-06D1F4FCA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17" y="0"/>
            <a:ext cx="14676165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94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srhq trg5</dc:creator>
  <cp:lastModifiedBy>srhq trg5</cp:lastModifiedBy>
  <cp:revision>2</cp:revision>
  <dcterms:created xsi:type="dcterms:W3CDTF">2006-08-16T00:00:00Z</dcterms:created>
  <dcterms:modified xsi:type="dcterms:W3CDTF">2026-10-22T07:04:51Z</dcterms:modified>
</cp:coreProperties>
</file>